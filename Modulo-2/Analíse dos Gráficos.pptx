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322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361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1720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190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075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51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16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72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54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4202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013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1176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5739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3487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3115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007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471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02D2C-A348-44CD-B4E7-74FCC0D6520A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13BE7-93BC-44DA-BD92-DEA0E9DDF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09936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02D6F5-ECF7-E6D8-7A03-B5CDCC90E4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pt-BR" sz="6600" b="1" dirty="0" err="1">
                <a:latin typeface="Arial" panose="020B0604020202020204" pitchFamily="34" charset="0"/>
                <a:cs typeface="Arial" panose="020B0604020202020204" pitchFamily="34" charset="0"/>
              </a:rPr>
              <a:t>Analíse</a:t>
            </a:r>
            <a:r>
              <a:rPr lang="pt-BR" sz="6600" b="1" dirty="0">
                <a:latin typeface="Arial" panose="020B0604020202020204" pitchFamily="34" charset="0"/>
                <a:cs typeface="Arial" panose="020B0604020202020204" pitchFamily="34" charset="0"/>
              </a:rPr>
              <a:t> dos Gráficos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F0B147-F5AE-F96C-45B6-EB1E53ED9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165576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2000" i="1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Tauã Herbert de Oliveira Nascimento</a:t>
            </a:r>
          </a:p>
          <a:p>
            <a:pPr algn="l">
              <a:lnSpc>
                <a:spcPct val="100000"/>
              </a:lnSpc>
            </a:pPr>
            <a:r>
              <a:rPr lang="pt-BR" sz="2000" i="1" dirty="0" err="1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Analíse</a:t>
            </a:r>
            <a:r>
              <a:rPr lang="pt-BR" sz="2000" i="1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Dados - </a:t>
            </a:r>
            <a:r>
              <a:rPr lang="pt-BR" sz="2000" i="1" dirty="0" err="1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Aponti</a:t>
            </a:r>
            <a:endParaRPr lang="pt-BR" sz="2000" i="1" dirty="0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76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F9B04-D0FB-B82D-E9F0-5B06FC241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Dia da Semana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0DEF738-FC91-614A-17E9-95314559B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1129" y="1869463"/>
            <a:ext cx="5132295" cy="337232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091AE16-1433-1537-0197-C7D5FB0F96ED}"/>
              </a:ext>
            </a:extLst>
          </p:cNvPr>
          <p:cNvSpPr txBox="1"/>
          <p:nvPr/>
        </p:nvSpPr>
        <p:spPr>
          <a:xfrm>
            <a:off x="838200" y="1869463"/>
            <a:ext cx="54595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Inicialmente, levantamos a hipótese de que os finais de semana apresentariam maior letalidade devido ao aumento do fluxo de veículos e à maior presença de condutores embriagados nas rodovias.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Ao cruzar essa premissa com os dados, nossa análise foi validada: os domingos concentram o maior número de acidentes fatais, seguidos imediatamente pelos sábados, confirmando a forte correlação entre os finais de semana e o aumento do risco de mortes.</a:t>
            </a:r>
          </a:p>
        </p:txBody>
      </p:sp>
    </p:spTree>
    <p:extLst>
      <p:ext uri="{BB962C8B-B14F-4D97-AF65-F5344CB8AC3E}">
        <p14:creationId xmlns:p14="http://schemas.microsoft.com/office/powerpoint/2010/main" val="410471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5CFAA-B762-D777-55BA-D03455497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Tipo de pista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FE308D3-5A3E-E8B7-B406-640FECED6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0635" y="2092139"/>
            <a:ext cx="4763165" cy="333421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13638EE-10AD-7F61-96B5-ACE464DE38C4}"/>
              </a:ext>
            </a:extLst>
          </p:cNvPr>
          <p:cNvSpPr txBox="1"/>
          <p:nvPr/>
        </p:nvSpPr>
        <p:spPr>
          <a:xfrm>
            <a:off x="838200" y="2092139"/>
            <a:ext cx="52578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Nossa suposição inicial era de que as pistas duplas poderiam registrar um maior índice de acidentes frontais e, consequentemente, uma maior letalidade. No entanto, a análise quantitativa revelou um cenário diferente. 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Os dados mostram que as pistas simples são, na verdade, as que isoladamente lideram o ranking de acidentes fatais nas rodovias federais brasileiras.</a:t>
            </a:r>
          </a:p>
        </p:txBody>
      </p:sp>
    </p:spTree>
    <p:extLst>
      <p:ext uri="{BB962C8B-B14F-4D97-AF65-F5344CB8AC3E}">
        <p14:creationId xmlns:p14="http://schemas.microsoft.com/office/powerpoint/2010/main" val="504262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A1DC1-1D89-E44A-15AC-63731260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Fase do Dia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B3384D3-6C49-FA4A-BC4D-E038122B0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9794" y="2343150"/>
            <a:ext cx="4763165" cy="333421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C5B73CF-9BB2-C9E0-3AAD-4E00D6721E40}"/>
              </a:ext>
            </a:extLst>
          </p:cNvPr>
          <p:cNvSpPr txBox="1"/>
          <p:nvPr/>
        </p:nvSpPr>
        <p:spPr>
          <a:xfrm>
            <a:off x="838200" y="2343150"/>
            <a:ext cx="56522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Acreditávamos que o período noturno seria o mais letal devido à baixa visibilidade e ao ofuscamento causado pelos faróis em vias de mão dupla. 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Os números confirmaram totalmente essa suposição, mostrando que a "plena noite" domina o ranking de acidentes fatais, o que agrava a situação dado o menor fluxo de veículos no horário. 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O período de "pleno dia" aparece na segunda posição, o que se justifica naturalmente pela alta intensidade e volume do tráfego.</a:t>
            </a:r>
          </a:p>
        </p:txBody>
      </p:sp>
    </p:spTree>
    <p:extLst>
      <p:ext uri="{BB962C8B-B14F-4D97-AF65-F5344CB8AC3E}">
        <p14:creationId xmlns:p14="http://schemas.microsoft.com/office/powerpoint/2010/main" val="348450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B0FE0-4C98-094A-7689-C08C6BEF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Causa do Acidente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CFA5833-0AB1-A0F2-C0F8-8817CECBA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572" y="3337392"/>
            <a:ext cx="9716856" cy="334374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D782F65-4944-340D-25B6-ABAD2B41F0D6}"/>
              </a:ext>
            </a:extLst>
          </p:cNvPr>
          <p:cNvSpPr txBox="1"/>
          <p:nvPr/>
        </p:nvSpPr>
        <p:spPr>
          <a:xfrm>
            <a:off x="479833" y="1974757"/>
            <a:ext cx="11232334" cy="1246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Partimos da premissa de que causas como embriaguez ao volante e distração teriam o maior impacto direto na letalidade. Contudo, os dados quantitativos trouxeram uma perspectiva um pouco diferente da nossa análise inicial, revelando que a "ausência de reação do condutor" é o fator que efetivamente lidera o ranking de causas em acidentes com vítimas fatais.</a:t>
            </a:r>
          </a:p>
        </p:txBody>
      </p:sp>
    </p:spTree>
    <p:extLst>
      <p:ext uri="{BB962C8B-B14F-4D97-AF65-F5344CB8AC3E}">
        <p14:creationId xmlns:p14="http://schemas.microsoft.com/office/powerpoint/2010/main" val="2133876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E164B-1246-05FB-E9AA-4F547E441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Condição Meteorológica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1054AF5-DABF-6821-79CF-33691F317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7845" y="2284599"/>
            <a:ext cx="4782217" cy="334374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7C20257-CF8B-FBFC-B9A0-F7AD1089FFE7}"/>
              </a:ext>
            </a:extLst>
          </p:cNvPr>
          <p:cNvSpPr txBox="1"/>
          <p:nvPr/>
        </p:nvSpPr>
        <p:spPr>
          <a:xfrm>
            <a:off x="838199" y="2284599"/>
            <a:ext cx="54102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A expectativa lógica era de que fatores climáticos adversos, como pista molhada e neblina, aumentassem a letalidade por reduzirem a visibilidade e o tempo de frenagem. 	Surpreendentemente, a análise apontou que a maioria dos acidentes fatais ocorre sob "céu claro". Embora contrarie a previsão inicial do impacto do clima ruim, esse resultado é justificado pela predominância estatística de dias com clima bom na maior parte do tempo em que os condutores estão nas vias.</a:t>
            </a:r>
          </a:p>
        </p:txBody>
      </p:sp>
    </p:spTree>
    <p:extLst>
      <p:ext uri="{BB962C8B-B14F-4D97-AF65-F5344CB8AC3E}">
        <p14:creationId xmlns:p14="http://schemas.microsoft.com/office/powerpoint/2010/main" val="823623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17750A-2BFA-CE5F-791C-5130C7CD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Tipo do Acidente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AD5CD1A-C47A-7249-DDBF-D8EE341FC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499" y="3321424"/>
            <a:ext cx="9716856" cy="334374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A11A769-C284-071D-73E2-43A28B7B58F1}"/>
              </a:ext>
            </a:extLst>
          </p:cNvPr>
          <p:cNvSpPr txBox="1"/>
          <p:nvPr/>
        </p:nvSpPr>
        <p:spPr>
          <a:xfrm>
            <a:off x="493499" y="1882588"/>
            <a:ext cx="11133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	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Consideramos desde o princípio que a mecânica do impacto, a exemplo de colisões frontais e atropelamentos, seria um fator crucial para entender a letalidade nas rodovias. A análise quantitativa corroborou perfeitamente essa visão, confirmando o que já esperávamos: as colisões frontais são as maiores responsáveis pelas mortes, liderando o ranking com um total expressivo de 1.396 acidentes fatais.</a:t>
            </a:r>
          </a:p>
        </p:txBody>
      </p:sp>
    </p:spTree>
    <p:extLst>
      <p:ext uri="{BB962C8B-B14F-4D97-AF65-F5344CB8AC3E}">
        <p14:creationId xmlns:p14="http://schemas.microsoft.com/office/powerpoint/2010/main" val="29412203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</TotalTime>
  <Words>473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Circuito</vt:lpstr>
      <vt:lpstr>Analíse dos Gráficos</vt:lpstr>
      <vt:lpstr>Dia da Semana</vt:lpstr>
      <vt:lpstr>Tipo de pista</vt:lpstr>
      <vt:lpstr>Fase do Dia</vt:lpstr>
      <vt:lpstr>Causa do Acidente</vt:lpstr>
      <vt:lpstr>Condição Meteorológica</vt:lpstr>
      <vt:lpstr>Tipo do Acidente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Tauã Herbert Oliveira Nascimento</dc:creator>
  <cp:lastModifiedBy>Tauã Herbert Oliveira Nascimento</cp:lastModifiedBy>
  <cp:revision>1</cp:revision>
  <dcterms:created xsi:type="dcterms:W3CDTF">2026-08-26T13:15:50Z</dcterms:created>
  <dcterms:modified xsi:type="dcterms:W3CDTF">2026-08-26T13:19:14Z</dcterms:modified>
</cp:coreProperties>
</file>